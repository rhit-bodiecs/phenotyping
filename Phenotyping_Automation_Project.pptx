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8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die, Connor" userId="83d55ef2-ddeb-45c2-97e4-91ffa96eb685" providerId="ADAL" clId="{8DC511C3-3364-45BB-9C5A-5FBC6C767E98}"/>
    <pc:docChg chg="undo custSel addSld modSld sldOrd">
      <pc:chgData name="Bodie, Connor" userId="83d55ef2-ddeb-45c2-97e4-91ffa96eb685" providerId="ADAL" clId="{8DC511C3-3364-45BB-9C5A-5FBC6C767E98}" dt="2026-08-13T18:54:01.887" v="4917" actId="1036"/>
      <pc:docMkLst>
        <pc:docMk/>
      </pc:docMkLst>
      <pc:sldChg chg="modSp new mod">
        <pc:chgData name="Bodie, Connor" userId="83d55ef2-ddeb-45c2-97e4-91ffa96eb685" providerId="ADAL" clId="{8DC511C3-3364-45BB-9C5A-5FBC6C767E98}" dt="2026-08-06T19:15:19.766" v="44" actId="20577"/>
        <pc:sldMkLst>
          <pc:docMk/>
          <pc:sldMk cId="627716746" sldId="256"/>
        </pc:sldMkLst>
        <pc:spChg chg="mod">
          <ac:chgData name="Bodie, Connor" userId="83d55ef2-ddeb-45c2-97e4-91ffa96eb685" providerId="ADAL" clId="{8DC511C3-3364-45BB-9C5A-5FBC6C767E98}" dt="2026-08-06T19:15:14.736" v="32" actId="20577"/>
          <ac:spMkLst>
            <pc:docMk/>
            <pc:sldMk cId="627716746" sldId="256"/>
            <ac:spMk id="2" creationId="{E42DBB10-3AC7-0EF4-C3FA-7DA5AF26587D}"/>
          </ac:spMkLst>
        </pc:spChg>
        <pc:spChg chg="mod">
          <ac:chgData name="Bodie, Connor" userId="83d55ef2-ddeb-45c2-97e4-91ffa96eb685" providerId="ADAL" clId="{8DC511C3-3364-45BB-9C5A-5FBC6C767E98}" dt="2026-08-06T19:15:19.766" v="44" actId="20577"/>
          <ac:spMkLst>
            <pc:docMk/>
            <pc:sldMk cId="627716746" sldId="256"/>
            <ac:spMk id="3" creationId="{51E7B98F-4091-03D9-185C-C6E3821628A6}"/>
          </ac:spMkLst>
        </pc:spChg>
      </pc:sldChg>
      <pc:sldChg chg="addSp modSp new mod setBg">
        <pc:chgData name="Bodie, Connor" userId="83d55ef2-ddeb-45c2-97e4-91ffa96eb685" providerId="ADAL" clId="{8DC511C3-3364-45BB-9C5A-5FBC6C767E98}" dt="2026-08-07T18:34:28.133" v="4852" actId="26606"/>
        <pc:sldMkLst>
          <pc:docMk/>
          <pc:sldMk cId="3674974134" sldId="257"/>
        </pc:sldMkLst>
        <pc:spChg chg="mod">
          <ac:chgData name="Bodie, Connor" userId="83d55ef2-ddeb-45c2-97e4-91ffa96eb685" providerId="ADAL" clId="{8DC511C3-3364-45BB-9C5A-5FBC6C767E98}" dt="2026-08-07T18:34:28.133" v="4852" actId="26606"/>
          <ac:spMkLst>
            <pc:docMk/>
            <pc:sldMk cId="3674974134" sldId="257"/>
            <ac:spMk id="2" creationId="{85D02C99-28AE-B65A-913C-2AD901E37BCB}"/>
          </ac:spMkLst>
        </pc:spChg>
        <pc:spChg chg="mod">
          <ac:chgData name="Bodie, Connor" userId="83d55ef2-ddeb-45c2-97e4-91ffa96eb685" providerId="ADAL" clId="{8DC511C3-3364-45BB-9C5A-5FBC6C767E98}" dt="2026-08-07T18:34:28.133" v="4852" actId="26606"/>
          <ac:spMkLst>
            <pc:docMk/>
            <pc:sldMk cId="3674974134" sldId="257"/>
            <ac:spMk id="3" creationId="{0361207E-97E0-BBE9-5079-3176E241832E}"/>
          </ac:spMkLst>
        </pc:spChg>
        <pc:spChg chg="add">
          <ac:chgData name="Bodie, Connor" userId="83d55ef2-ddeb-45c2-97e4-91ffa96eb685" providerId="ADAL" clId="{8DC511C3-3364-45BB-9C5A-5FBC6C767E98}" dt="2026-08-07T18:34:28.133" v="4852" actId="26606"/>
          <ac:spMkLst>
            <pc:docMk/>
            <pc:sldMk cId="3674974134" sldId="257"/>
            <ac:spMk id="8" creationId="{DBF61EA3-B236-439E-9C0B-340980D56BEE}"/>
          </ac:spMkLst>
        </pc:spChg>
        <pc:spChg chg="add">
          <ac:chgData name="Bodie, Connor" userId="83d55ef2-ddeb-45c2-97e4-91ffa96eb685" providerId="ADAL" clId="{8DC511C3-3364-45BB-9C5A-5FBC6C767E98}" dt="2026-08-07T18:34:28.133" v="4852" actId="26606"/>
          <ac:spMkLst>
            <pc:docMk/>
            <pc:sldMk cId="3674974134" sldId="257"/>
            <ac:spMk id="14" creationId="{E659831F-0D9A-4C63-9EBB-8435B85A440F}"/>
          </ac:spMkLst>
        </pc:spChg>
        <pc:grpChg chg="add">
          <ac:chgData name="Bodie, Connor" userId="83d55ef2-ddeb-45c2-97e4-91ffa96eb685" providerId="ADAL" clId="{8DC511C3-3364-45BB-9C5A-5FBC6C767E98}" dt="2026-08-07T18:34:28.133" v="4852" actId="26606"/>
          <ac:grpSpMkLst>
            <pc:docMk/>
            <pc:sldMk cId="3674974134" sldId="257"/>
            <ac:grpSpMk id="10" creationId="{28FAF094-D087-493F-8DF9-A486C2D6BBAA}"/>
          </ac:grpSpMkLst>
        </pc:grpChg>
      </pc:sldChg>
      <pc:sldChg chg="addSp modSp new mod setBg">
        <pc:chgData name="Bodie, Connor" userId="83d55ef2-ddeb-45c2-97e4-91ffa96eb685" providerId="ADAL" clId="{8DC511C3-3364-45BB-9C5A-5FBC6C767E98}" dt="2026-08-07T18:34:38.850" v="4854" actId="14100"/>
        <pc:sldMkLst>
          <pc:docMk/>
          <pc:sldMk cId="1998207183" sldId="258"/>
        </pc:sldMkLst>
        <pc:spChg chg="mod">
          <ac:chgData name="Bodie, Connor" userId="83d55ef2-ddeb-45c2-97e4-91ffa96eb685" providerId="ADAL" clId="{8DC511C3-3364-45BB-9C5A-5FBC6C767E98}" dt="2026-08-07T18:34:32.425" v="4853" actId="26606"/>
          <ac:spMkLst>
            <pc:docMk/>
            <pc:sldMk cId="1998207183" sldId="258"/>
            <ac:spMk id="2" creationId="{21C68F21-DF9B-DAC2-C8F4-5F1D3CEF83A9}"/>
          </ac:spMkLst>
        </pc:spChg>
        <pc:spChg chg="mod">
          <ac:chgData name="Bodie, Connor" userId="83d55ef2-ddeb-45c2-97e4-91ffa96eb685" providerId="ADAL" clId="{8DC511C3-3364-45BB-9C5A-5FBC6C767E98}" dt="2026-08-07T18:34:38.850" v="4854" actId="14100"/>
          <ac:spMkLst>
            <pc:docMk/>
            <pc:sldMk cId="1998207183" sldId="258"/>
            <ac:spMk id="3" creationId="{BA486707-88F2-FD88-AA81-5CB064B6701B}"/>
          </ac:spMkLst>
        </pc:spChg>
        <pc:spChg chg="add">
          <ac:chgData name="Bodie, Connor" userId="83d55ef2-ddeb-45c2-97e4-91ffa96eb685" providerId="ADAL" clId="{8DC511C3-3364-45BB-9C5A-5FBC6C767E98}" dt="2026-08-07T18:34:32.425" v="4853" actId="26606"/>
          <ac:spMkLst>
            <pc:docMk/>
            <pc:sldMk cId="1998207183" sldId="258"/>
            <ac:spMk id="9" creationId="{058A14AF-9FB5-4CC7-BA35-E8E85D3EDF0E}"/>
          </ac:spMkLst>
        </pc:spChg>
        <pc:spChg chg="add">
          <ac:chgData name="Bodie, Connor" userId="83d55ef2-ddeb-45c2-97e4-91ffa96eb685" providerId="ADAL" clId="{8DC511C3-3364-45BB-9C5A-5FBC6C767E98}" dt="2026-08-07T18:34:32.425" v="4853" actId="26606"/>
          <ac:spMkLst>
            <pc:docMk/>
            <pc:sldMk cId="1998207183" sldId="258"/>
            <ac:spMk id="11" creationId="{3A9A4357-BD1D-4622-A4FE-766E6AB8DE84}"/>
          </ac:spMkLst>
        </pc:spChg>
        <pc:spChg chg="add">
          <ac:chgData name="Bodie, Connor" userId="83d55ef2-ddeb-45c2-97e4-91ffa96eb685" providerId="ADAL" clId="{8DC511C3-3364-45BB-9C5A-5FBC6C767E98}" dt="2026-08-07T18:34:32.425" v="4853" actId="26606"/>
          <ac:spMkLst>
            <pc:docMk/>
            <pc:sldMk cId="1998207183" sldId="258"/>
            <ac:spMk id="13" creationId="{E659831F-0D9A-4C63-9EBB-8435B85A440F}"/>
          </ac:spMkLst>
        </pc:spChg>
        <pc:spChg chg="add">
          <ac:chgData name="Bodie, Connor" userId="83d55ef2-ddeb-45c2-97e4-91ffa96eb685" providerId="ADAL" clId="{8DC511C3-3364-45BB-9C5A-5FBC6C767E98}" dt="2026-08-07T18:34:32.425" v="4853" actId="26606"/>
          <ac:spMkLst>
            <pc:docMk/>
            <pc:sldMk cId="1998207183" sldId="258"/>
            <ac:spMk id="15" creationId="{E6995CE5-F890-4ABA-82A2-26507CE8D2A3}"/>
          </ac:spMkLst>
        </pc:spChg>
        <pc:graphicFrameChg chg="add mod">
          <ac:chgData name="Bodie, Connor" userId="83d55ef2-ddeb-45c2-97e4-91ffa96eb685" providerId="ADAL" clId="{8DC511C3-3364-45BB-9C5A-5FBC6C767E98}" dt="2026-08-07T18:34:32.425" v="4853" actId="26606"/>
          <ac:graphicFrameMkLst>
            <pc:docMk/>
            <pc:sldMk cId="1998207183" sldId="258"/>
            <ac:graphicFrameMk id="4" creationId="{F2CFCD6F-AAD7-51CE-A1C8-66C811A529B5}"/>
          </ac:graphicFrameMkLst>
        </pc:graphicFrameChg>
      </pc:sldChg>
      <pc:sldChg chg="addSp delSp modSp new mod setBg">
        <pc:chgData name="Bodie, Connor" userId="83d55ef2-ddeb-45c2-97e4-91ffa96eb685" providerId="ADAL" clId="{8DC511C3-3364-45BB-9C5A-5FBC6C767E98}" dt="2026-08-07T18:35:16.011" v="4862" actId="26606"/>
        <pc:sldMkLst>
          <pc:docMk/>
          <pc:sldMk cId="4034773847" sldId="259"/>
        </pc:sldMkLst>
        <pc:spChg chg="mod">
          <ac:chgData name="Bodie, Connor" userId="83d55ef2-ddeb-45c2-97e4-91ffa96eb685" providerId="ADAL" clId="{8DC511C3-3364-45BB-9C5A-5FBC6C767E98}" dt="2026-08-07T18:35:16.011" v="4862" actId="26606"/>
          <ac:spMkLst>
            <pc:docMk/>
            <pc:sldMk cId="4034773847" sldId="259"/>
            <ac:spMk id="2" creationId="{A9E170CC-29AD-50D3-975C-1847834AB28F}"/>
          </ac:spMkLst>
        </pc:spChg>
        <pc:spChg chg="mod">
          <ac:chgData name="Bodie, Connor" userId="83d55ef2-ddeb-45c2-97e4-91ffa96eb685" providerId="ADAL" clId="{8DC511C3-3364-45BB-9C5A-5FBC6C767E98}" dt="2026-08-07T18:35:16.011" v="4862" actId="26606"/>
          <ac:spMkLst>
            <pc:docMk/>
            <pc:sldMk cId="4034773847" sldId="259"/>
            <ac:spMk id="3" creationId="{E86763C5-9A02-B78E-DEB1-8F32527B5A54}"/>
          </ac:spMkLst>
        </pc:spChg>
        <pc:spChg chg="add">
          <ac:chgData name="Bodie, Connor" userId="83d55ef2-ddeb-45c2-97e4-91ffa96eb685" providerId="ADAL" clId="{8DC511C3-3364-45BB-9C5A-5FBC6C767E98}" dt="2026-08-07T18:35:16.011" v="4862" actId="26606"/>
          <ac:spMkLst>
            <pc:docMk/>
            <pc:sldMk cId="4034773847" sldId="259"/>
            <ac:spMk id="16" creationId="{DBF61EA3-B236-439E-9C0B-340980D56BEE}"/>
          </ac:spMkLst>
        </pc:spChg>
        <pc:spChg chg="add">
          <ac:chgData name="Bodie, Connor" userId="83d55ef2-ddeb-45c2-97e4-91ffa96eb685" providerId="ADAL" clId="{8DC511C3-3364-45BB-9C5A-5FBC6C767E98}" dt="2026-08-07T18:35:16.011" v="4862" actId="26606"/>
          <ac:spMkLst>
            <pc:docMk/>
            <pc:sldMk cId="4034773847" sldId="259"/>
            <ac:spMk id="24" creationId="{E659831F-0D9A-4C63-9EBB-8435B85A440F}"/>
          </ac:spMkLst>
        </pc:spChg>
        <pc:grpChg chg="add">
          <ac:chgData name="Bodie, Connor" userId="83d55ef2-ddeb-45c2-97e4-91ffa96eb685" providerId="ADAL" clId="{8DC511C3-3364-45BB-9C5A-5FBC6C767E98}" dt="2026-08-07T18:35:16.011" v="4862" actId="26606"/>
          <ac:grpSpMkLst>
            <pc:docMk/>
            <pc:sldMk cId="4034773847" sldId="259"/>
            <ac:grpSpMk id="17" creationId="{28FAF094-D087-493F-8DF9-A486C2D6BBAA}"/>
          </ac:grpSpMkLst>
        </pc:grpChg>
      </pc:sldChg>
      <pc:sldChg chg="addSp delSp modSp new mod setBg">
        <pc:chgData name="Bodie, Connor" userId="83d55ef2-ddeb-45c2-97e4-91ffa96eb685" providerId="ADAL" clId="{8DC511C3-3364-45BB-9C5A-5FBC6C767E98}" dt="2026-08-13T18:52:26.314" v="4903" actId="403"/>
        <pc:sldMkLst>
          <pc:docMk/>
          <pc:sldMk cId="1110788862" sldId="260"/>
        </pc:sldMkLst>
        <pc:spChg chg="mod">
          <ac:chgData name="Bodie, Connor" userId="83d55ef2-ddeb-45c2-97e4-91ffa96eb685" providerId="ADAL" clId="{8DC511C3-3364-45BB-9C5A-5FBC6C767E98}" dt="2026-08-07T14:55:37.324" v="2687" actId="26606"/>
          <ac:spMkLst>
            <pc:docMk/>
            <pc:sldMk cId="1110788862" sldId="260"/>
            <ac:spMk id="2" creationId="{87CCF468-FF96-90F0-3AA1-95A8C3096FE3}"/>
          </ac:spMkLst>
        </pc:spChg>
        <pc:spChg chg="mod">
          <ac:chgData name="Bodie, Connor" userId="83d55ef2-ddeb-45c2-97e4-91ffa96eb685" providerId="ADAL" clId="{8DC511C3-3364-45BB-9C5A-5FBC6C767E98}" dt="2026-08-13T18:52:26.314" v="4903" actId="403"/>
          <ac:spMkLst>
            <pc:docMk/>
            <pc:sldMk cId="1110788862" sldId="260"/>
            <ac:spMk id="3" creationId="{B3706FCD-6E71-74D3-8FC6-FA4B1AAD2870}"/>
          </ac:spMkLst>
        </pc:spChg>
        <pc:spChg chg="add mod">
          <ac:chgData name="Bodie, Connor" userId="83d55ef2-ddeb-45c2-97e4-91ffa96eb685" providerId="ADAL" clId="{8DC511C3-3364-45BB-9C5A-5FBC6C767E98}" dt="2026-08-07T14:56:10.515" v="2694" actId="1076"/>
          <ac:spMkLst>
            <pc:docMk/>
            <pc:sldMk cId="1110788862" sldId="260"/>
            <ac:spMk id="10" creationId="{1E94B2DC-0509-391D-7354-B90BBD423C07}"/>
          </ac:spMkLst>
        </pc:spChg>
        <pc:spChg chg="add">
          <ac:chgData name="Bodie, Connor" userId="83d55ef2-ddeb-45c2-97e4-91ffa96eb685" providerId="ADAL" clId="{8DC511C3-3364-45BB-9C5A-5FBC6C767E98}" dt="2026-08-07T14:55:37.324" v="2687" actId="26606"/>
          <ac:spMkLst>
            <pc:docMk/>
            <pc:sldMk cId="1110788862" sldId="260"/>
            <ac:spMk id="14" creationId="{5EF17487-C386-4F99-B5EB-4FD3DF4236B2}"/>
          </ac:spMkLst>
        </pc:spChg>
        <pc:spChg chg="add">
          <ac:chgData name="Bodie, Connor" userId="83d55ef2-ddeb-45c2-97e4-91ffa96eb685" providerId="ADAL" clId="{8DC511C3-3364-45BB-9C5A-5FBC6C767E98}" dt="2026-08-07T14:55:37.324" v="2687" actId="26606"/>
          <ac:spMkLst>
            <pc:docMk/>
            <pc:sldMk cId="1110788862" sldId="260"/>
            <ac:spMk id="16" creationId="{A0DE92DF-4769-4DE9-93FD-EE31271850CA}"/>
          </ac:spMkLst>
        </pc:spChg>
        <pc:picChg chg="add mod">
          <ac:chgData name="Bodie, Connor" userId="83d55ef2-ddeb-45c2-97e4-91ffa96eb685" providerId="ADAL" clId="{8DC511C3-3364-45BB-9C5A-5FBC6C767E98}" dt="2026-08-07T14:55:46.192" v="2690" actId="1076"/>
          <ac:picMkLst>
            <pc:docMk/>
            <pc:sldMk cId="1110788862" sldId="260"/>
            <ac:picMk id="7" creationId="{88A74DE7-F725-6868-B5A4-85496DAC4F77}"/>
          </ac:picMkLst>
        </pc:picChg>
        <pc:picChg chg="add mod">
          <ac:chgData name="Bodie, Connor" userId="83d55ef2-ddeb-45c2-97e4-91ffa96eb685" providerId="ADAL" clId="{8DC511C3-3364-45BB-9C5A-5FBC6C767E98}" dt="2026-08-07T14:55:43.976" v="2689" actId="1076"/>
          <ac:picMkLst>
            <pc:docMk/>
            <pc:sldMk cId="1110788862" sldId="260"/>
            <ac:picMk id="9" creationId="{3AED27EB-F32C-D5F2-C481-B700EC4F98B9}"/>
          </ac:picMkLst>
        </pc:picChg>
      </pc:sldChg>
      <pc:sldChg chg="addSp delSp modSp new mod setBg">
        <pc:chgData name="Bodie, Connor" userId="83d55ef2-ddeb-45c2-97e4-91ffa96eb685" providerId="ADAL" clId="{8DC511C3-3364-45BB-9C5A-5FBC6C767E98}" dt="2026-08-07T18:35:09.525" v="4860" actId="26606"/>
        <pc:sldMkLst>
          <pc:docMk/>
          <pc:sldMk cId="788998109" sldId="261"/>
        </pc:sldMkLst>
        <pc:spChg chg="mod">
          <ac:chgData name="Bodie, Connor" userId="83d55ef2-ddeb-45c2-97e4-91ffa96eb685" providerId="ADAL" clId="{8DC511C3-3364-45BB-9C5A-5FBC6C767E98}" dt="2026-08-07T18:35:09.525" v="4860" actId="26606"/>
          <ac:spMkLst>
            <pc:docMk/>
            <pc:sldMk cId="788998109" sldId="261"/>
            <ac:spMk id="2" creationId="{85FE6388-F40E-2047-B934-928DDED4A988}"/>
          </ac:spMkLst>
        </pc:spChg>
        <pc:spChg chg="mod">
          <ac:chgData name="Bodie, Connor" userId="83d55ef2-ddeb-45c2-97e4-91ffa96eb685" providerId="ADAL" clId="{8DC511C3-3364-45BB-9C5A-5FBC6C767E98}" dt="2026-08-07T18:35:09.525" v="4860" actId="26606"/>
          <ac:spMkLst>
            <pc:docMk/>
            <pc:sldMk cId="788998109" sldId="261"/>
            <ac:spMk id="3" creationId="{CC233BA4-34C2-41CC-8722-AAB4996BCC5E}"/>
          </ac:spMkLst>
        </pc:spChg>
        <pc:picChg chg="add mod">
          <ac:chgData name="Bodie, Connor" userId="83d55ef2-ddeb-45c2-97e4-91ffa96eb685" providerId="ADAL" clId="{8DC511C3-3364-45BB-9C5A-5FBC6C767E98}" dt="2026-08-07T18:35:09.525" v="4860" actId="26606"/>
          <ac:picMkLst>
            <pc:docMk/>
            <pc:sldMk cId="788998109" sldId="261"/>
            <ac:picMk id="5" creationId="{128877CB-7FDF-E1BF-4A55-BB6ADB4C345B}"/>
          </ac:picMkLst>
        </pc:picChg>
      </pc:sldChg>
      <pc:sldChg chg="addSp delSp modSp new mod setBg">
        <pc:chgData name="Bodie, Connor" userId="83d55ef2-ddeb-45c2-97e4-91ffa96eb685" providerId="ADAL" clId="{8DC511C3-3364-45BB-9C5A-5FBC6C767E98}" dt="2026-08-07T18:26:57.681" v="4375" actId="26606"/>
        <pc:sldMkLst>
          <pc:docMk/>
          <pc:sldMk cId="2970314230" sldId="262"/>
        </pc:sldMkLst>
        <pc:spChg chg="mod">
          <ac:chgData name="Bodie, Connor" userId="83d55ef2-ddeb-45c2-97e4-91ffa96eb685" providerId="ADAL" clId="{8DC511C3-3364-45BB-9C5A-5FBC6C767E98}" dt="2026-08-07T18:26:57.681" v="4375" actId="26606"/>
          <ac:spMkLst>
            <pc:docMk/>
            <pc:sldMk cId="2970314230" sldId="262"/>
            <ac:spMk id="2" creationId="{8F2441BD-FB86-586C-2AD0-D7AC4ABB6C5F}"/>
          </ac:spMkLst>
        </pc:spChg>
        <pc:spChg chg="add">
          <ac:chgData name="Bodie, Connor" userId="83d55ef2-ddeb-45c2-97e4-91ffa96eb685" providerId="ADAL" clId="{8DC511C3-3364-45BB-9C5A-5FBC6C767E98}" dt="2026-08-07T18:26:57.681" v="4375" actId="26606"/>
          <ac:spMkLst>
            <pc:docMk/>
            <pc:sldMk cId="2970314230" sldId="262"/>
            <ac:spMk id="11" creationId="{C4879EFC-8E62-4E00-973C-C45EE9EC676D}"/>
          </ac:spMkLst>
        </pc:spChg>
        <pc:spChg chg="add">
          <ac:chgData name="Bodie, Connor" userId="83d55ef2-ddeb-45c2-97e4-91ffa96eb685" providerId="ADAL" clId="{8DC511C3-3364-45BB-9C5A-5FBC6C767E98}" dt="2026-08-07T18:26:57.681" v="4375" actId="26606"/>
          <ac:spMkLst>
            <pc:docMk/>
            <pc:sldMk cId="2970314230" sldId="262"/>
            <ac:spMk id="13" creationId="{D6A9C53F-5F90-40A5-8C85-5412D39C8C68}"/>
          </ac:spMkLst>
        </pc:spChg>
        <pc:picChg chg="add mod ord">
          <ac:chgData name="Bodie, Connor" userId="83d55ef2-ddeb-45c2-97e4-91ffa96eb685" providerId="ADAL" clId="{8DC511C3-3364-45BB-9C5A-5FBC6C767E98}" dt="2026-08-07T18:26:57.681" v="4375" actId="26606"/>
          <ac:picMkLst>
            <pc:docMk/>
            <pc:sldMk cId="2970314230" sldId="262"/>
            <ac:picMk id="5" creationId="{E75461A2-8545-74F6-A7A4-F1E8FD07D595}"/>
          </ac:picMkLst>
        </pc:picChg>
        <pc:picChg chg="add mod">
          <ac:chgData name="Bodie, Connor" userId="83d55ef2-ddeb-45c2-97e4-91ffa96eb685" providerId="ADAL" clId="{8DC511C3-3364-45BB-9C5A-5FBC6C767E98}" dt="2026-08-07T18:26:57.681" v="4375" actId="26606"/>
          <ac:picMkLst>
            <pc:docMk/>
            <pc:sldMk cId="2970314230" sldId="262"/>
            <ac:picMk id="6" creationId="{137E0767-24CC-12BD-0CD0-22047E4B81F7}"/>
          </ac:picMkLst>
        </pc:picChg>
      </pc:sldChg>
      <pc:sldChg chg="addSp delSp modSp new mod setBg delAnim modAnim">
        <pc:chgData name="Bodie, Connor" userId="83d55ef2-ddeb-45c2-97e4-91ffa96eb685" providerId="ADAL" clId="{8DC511C3-3364-45BB-9C5A-5FBC6C767E98}" dt="2026-08-13T18:53:19.090" v="4905" actId="1038"/>
        <pc:sldMkLst>
          <pc:docMk/>
          <pc:sldMk cId="2383821197" sldId="263"/>
        </pc:sldMkLst>
        <pc:spChg chg="mod">
          <ac:chgData name="Bodie, Connor" userId="83d55ef2-ddeb-45c2-97e4-91ffa96eb685" providerId="ADAL" clId="{8DC511C3-3364-45BB-9C5A-5FBC6C767E98}" dt="2026-08-07T18:26:25.929" v="4365" actId="26606"/>
          <ac:spMkLst>
            <pc:docMk/>
            <pc:sldMk cId="2383821197" sldId="263"/>
            <ac:spMk id="2" creationId="{ED46F238-6BD3-73AF-08E0-6E7010E61833}"/>
          </ac:spMkLst>
        </pc:spChg>
        <pc:spChg chg="add">
          <ac:chgData name="Bodie, Connor" userId="83d55ef2-ddeb-45c2-97e4-91ffa96eb685" providerId="ADAL" clId="{8DC511C3-3364-45BB-9C5A-5FBC6C767E98}" dt="2026-08-07T18:26:25.929" v="4365" actId="26606"/>
          <ac:spMkLst>
            <pc:docMk/>
            <pc:sldMk cId="2383821197" sldId="263"/>
            <ac:spMk id="55" creationId="{7C98A213-5994-475E-B327-DC6EC27FBA8B}"/>
          </ac:spMkLst>
        </pc:spChg>
        <pc:spChg chg="add">
          <ac:chgData name="Bodie, Connor" userId="83d55ef2-ddeb-45c2-97e4-91ffa96eb685" providerId="ADAL" clId="{8DC511C3-3364-45BB-9C5A-5FBC6C767E98}" dt="2026-08-07T18:26:25.929" v="4365" actId="26606"/>
          <ac:spMkLst>
            <pc:docMk/>
            <pc:sldMk cId="2383821197" sldId="263"/>
            <ac:spMk id="57" creationId="{4B030A0D-0DAD-4A99-89BB-419527D6A64B}"/>
          </ac:spMkLst>
        </pc:spChg>
        <pc:picChg chg="add mod ord">
          <ac:chgData name="Bodie, Connor" userId="83d55ef2-ddeb-45c2-97e4-91ffa96eb685" providerId="ADAL" clId="{8DC511C3-3364-45BB-9C5A-5FBC6C767E98}" dt="2026-08-07T18:26:38.235" v="4369" actId="14100"/>
          <ac:picMkLst>
            <pc:docMk/>
            <pc:sldMk cId="2383821197" sldId="263"/>
            <ac:picMk id="13" creationId="{8324209C-CFD7-E057-BF86-4475DB4810B8}"/>
          </ac:picMkLst>
        </pc:picChg>
        <pc:picChg chg="add mod ord">
          <ac:chgData name="Bodie, Connor" userId="83d55ef2-ddeb-45c2-97e4-91ffa96eb685" providerId="ADAL" clId="{8DC511C3-3364-45BB-9C5A-5FBC6C767E98}" dt="2026-08-07T18:26:44.474" v="4371" actId="14100"/>
          <ac:picMkLst>
            <pc:docMk/>
            <pc:sldMk cId="2383821197" sldId="263"/>
            <ac:picMk id="15" creationId="{382B3974-F433-1349-0279-1DBE70AAA013}"/>
          </ac:picMkLst>
        </pc:picChg>
        <pc:picChg chg="add mod ord">
          <ac:chgData name="Bodie, Connor" userId="83d55ef2-ddeb-45c2-97e4-91ffa96eb685" providerId="ADAL" clId="{8DC511C3-3364-45BB-9C5A-5FBC6C767E98}" dt="2026-08-13T18:53:19.090" v="4905" actId="1038"/>
          <ac:picMkLst>
            <pc:docMk/>
            <pc:sldMk cId="2383821197" sldId="263"/>
            <ac:picMk id="27" creationId="{EAC05B8A-3EC3-CA6B-6020-FDB0AB5AB3A3}"/>
          </ac:picMkLst>
        </pc:picChg>
      </pc:sldChg>
      <pc:sldChg chg="addSp delSp modSp new mod setBg delAnim modAnim">
        <pc:chgData name="Bodie, Connor" userId="83d55ef2-ddeb-45c2-97e4-91ffa96eb685" providerId="ADAL" clId="{8DC511C3-3364-45BB-9C5A-5FBC6C767E98}" dt="2026-08-07T15:51:45.168" v="3954" actId="1076"/>
        <pc:sldMkLst>
          <pc:docMk/>
          <pc:sldMk cId="3929320351" sldId="264"/>
        </pc:sldMkLst>
        <pc:spChg chg="mod">
          <ac:chgData name="Bodie, Connor" userId="83d55ef2-ddeb-45c2-97e4-91ffa96eb685" providerId="ADAL" clId="{8DC511C3-3364-45BB-9C5A-5FBC6C767E98}" dt="2026-08-07T15:51:31.131" v="3950" actId="26606"/>
          <ac:spMkLst>
            <pc:docMk/>
            <pc:sldMk cId="3929320351" sldId="264"/>
            <ac:spMk id="2" creationId="{12FA2D18-C5C2-86B4-DEF0-CF6F84A80000}"/>
          </ac:spMkLst>
        </pc:spChg>
        <pc:spChg chg="add">
          <ac:chgData name="Bodie, Connor" userId="83d55ef2-ddeb-45c2-97e4-91ffa96eb685" providerId="ADAL" clId="{8DC511C3-3364-45BB-9C5A-5FBC6C767E98}" dt="2026-08-07T15:51:31.131" v="3950" actId="26606"/>
          <ac:spMkLst>
            <pc:docMk/>
            <pc:sldMk cId="3929320351" sldId="264"/>
            <ac:spMk id="35" creationId="{C4879EFC-8E62-4E00-973C-C45EE9EC676D}"/>
          </ac:spMkLst>
        </pc:spChg>
        <pc:spChg chg="add">
          <ac:chgData name="Bodie, Connor" userId="83d55ef2-ddeb-45c2-97e4-91ffa96eb685" providerId="ADAL" clId="{8DC511C3-3364-45BB-9C5A-5FBC6C767E98}" dt="2026-08-07T15:51:31.131" v="3950" actId="26606"/>
          <ac:spMkLst>
            <pc:docMk/>
            <pc:sldMk cId="3929320351" sldId="264"/>
            <ac:spMk id="36" creationId="{D6A9C53F-5F90-40A5-8C85-5412D39C8C68}"/>
          </ac:spMkLst>
        </pc:spChg>
        <pc:picChg chg="add mod ord">
          <ac:chgData name="Bodie, Connor" userId="83d55ef2-ddeb-45c2-97e4-91ffa96eb685" providerId="ADAL" clId="{8DC511C3-3364-45BB-9C5A-5FBC6C767E98}" dt="2026-08-07T15:51:42.595" v="3953" actId="1076"/>
          <ac:picMkLst>
            <pc:docMk/>
            <pc:sldMk cId="3929320351" sldId="264"/>
            <ac:picMk id="31" creationId="{65B629B8-06FF-C625-D771-4DB0C7ABBFEB}"/>
          </ac:picMkLst>
        </pc:picChg>
        <pc:picChg chg="add mod">
          <ac:chgData name="Bodie, Connor" userId="83d55ef2-ddeb-45c2-97e4-91ffa96eb685" providerId="ADAL" clId="{8DC511C3-3364-45BB-9C5A-5FBC6C767E98}" dt="2026-08-07T15:51:45.168" v="3954" actId="1076"/>
          <ac:picMkLst>
            <pc:docMk/>
            <pc:sldMk cId="3929320351" sldId="264"/>
            <ac:picMk id="33" creationId="{6CDC281C-7363-2493-0A7C-22B8BCEFEA26}"/>
          </ac:picMkLst>
        </pc:picChg>
      </pc:sldChg>
      <pc:sldChg chg="addSp delSp modSp new mod setBg">
        <pc:chgData name="Bodie, Connor" userId="83d55ef2-ddeb-45c2-97e4-91ffa96eb685" providerId="ADAL" clId="{8DC511C3-3364-45BB-9C5A-5FBC6C767E98}" dt="2026-08-07T18:33:59.844" v="4849" actId="26606"/>
        <pc:sldMkLst>
          <pc:docMk/>
          <pc:sldMk cId="1707813286" sldId="265"/>
        </pc:sldMkLst>
        <pc:spChg chg="mod">
          <ac:chgData name="Bodie, Connor" userId="83d55ef2-ddeb-45c2-97e4-91ffa96eb685" providerId="ADAL" clId="{8DC511C3-3364-45BB-9C5A-5FBC6C767E98}" dt="2026-08-07T18:33:59.844" v="4849" actId="26606"/>
          <ac:spMkLst>
            <pc:docMk/>
            <pc:sldMk cId="1707813286" sldId="265"/>
            <ac:spMk id="2" creationId="{3531AF37-DF5A-4D56-F6C9-36380D1FF9FE}"/>
          </ac:spMkLst>
        </pc:spChg>
        <pc:spChg chg="add mod ord">
          <ac:chgData name="Bodie, Connor" userId="83d55ef2-ddeb-45c2-97e4-91ffa96eb685" providerId="ADAL" clId="{8DC511C3-3364-45BB-9C5A-5FBC6C767E98}" dt="2026-08-07T18:33:59.844" v="4849" actId="26606"/>
          <ac:spMkLst>
            <pc:docMk/>
            <pc:sldMk cId="1707813286" sldId="265"/>
            <ac:spMk id="7" creationId="{72510E4C-5FB9-B4B7-D494-B70EBC24BF2A}"/>
          </ac:spMkLst>
        </pc:spChg>
        <pc:spChg chg="add">
          <ac:chgData name="Bodie, Connor" userId="83d55ef2-ddeb-45c2-97e4-91ffa96eb685" providerId="ADAL" clId="{8DC511C3-3364-45BB-9C5A-5FBC6C767E98}" dt="2026-08-07T18:33:59.844" v="4849" actId="26606"/>
          <ac:spMkLst>
            <pc:docMk/>
            <pc:sldMk cId="1707813286" sldId="265"/>
            <ac:spMk id="12" creationId="{149FB5C3-7336-4FE0-A30C-CC0A3646D499}"/>
          </ac:spMkLst>
        </pc:spChg>
        <pc:spChg chg="add">
          <ac:chgData name="Bodie, Connor" userId="83d55ef2-ddeb-45c2-97e4-91ffa96eb685" providerId="ADAL" clId="{8DC511C3-3364-45BB-9C5A-5FBC6C767E98}" dt="2026-08-07T18:33:59.844" v="4849" actId="26606"/>
          <ac:spMkLst>
            <pc:docMk/>
            <pc:sldMk cId="1707813286" sldId="265"/>
            <ac:spMk id="18" creationId="{0DA909B4-15FF-46A6-8A7F-7AEF977FE9ED}"/>
          </ac:spMkLst>
        </pc:spChg>
        <pc:spChg chg="add">
          <ac:chgData name="Bodie, Connor" userId="83d55ef2-ddeb-45c2-97e4-91ffa96eb685" providerId="ADAL" clId="{8DC511C3-3364-45BB-9C5A-5FBC6C767E98}" dt="2026-08-07T18:33:59.844" v="4849" actId="26606"/>
          <ac:spMkLst>
            <pc:docMk/>
            <pc:sldMk cId="1707813286" sldId="265"/>
            <ac:spMk id="20" creationId="{1382A32C-5B0C-4B1C-A074-76C6DBCC9F87}"/>
          </ac:spMkLst>
        </pc:spChg>
        <pc:grpChg chg="add">
          <ac:chgData name="Bodie, Connor" userId="83d55ef2-ddeb-45c2-97e4-91ffa96eb685" providerId="ADAL" clId="{8DC511C3-3364-45BB-9C5A-5FBC6C767E98}" dt="2026-08-07T18:33:59.844" v="4849" actId="26606"/>
          <ac:grpSpMkLst>
            <pc:docMk/>
            <pc:sldMk cId="1707813286" sldId="265"/>
            <ac:grpSpMk id="14" creationId="{19A6B5CE-CB1D-48EE-8B43-E952235C8371}"/>
          </ac:grpSpMkLst>
        </pc:grpChg>
        <pc:picChg chg="add mod ord">
          <ac:chgData name="Bodie, Connor" userId="83d55ef2-ddeb-45c2-97e4-91ffa96eb685" providerId="ADAL" clId="{8DC511C3-3364-45BB-9C5A-5FBC6C767E98}" dt="2026-08-07T18:33:59.844" v="4849" actId="26606"/>
          <ac:picMkLst>
            <pc:docMk/>
            <pc:sldMk cId="1707813286" sldId="265"/>
            <ac:picMk id="5" creationId="{C10957D2-C58F-EA56-B572-BB285C87C5CA}"/>
          </ac:picMkLst>
        </pc:picChg>
        <pc:picChg chg="add mod">
          <ac:chgData name="Bodie, Connor" userId="83d55ef2-ddeb-45c2-97e4-91ffa96eb685" providerId="ADAL" clId="{8DC511C3-3364-45BB-9C5A-5FBC6C767E98}" dt="2026-08-07T18:33:59.844" v="4849" actId="26606"/>
          <ac:picMkLst>
            <pc:docMk/>
            <pc:sldMk cId="1707813286" sldId="265"/>
            <ac:picMk id="6" creationId="{F3601EE4-10B2-25A8-F198-F007A270E56C}"/>
          </ac:picMkLst>
        </pc:picChg>
      </pc:sldChg>
      <pc:sldChg chg="addSp delSp modSp new mod setBg modAnim">
        <pc:chgData name="Bodie, Connor" userId="83d55ef2-ddeb-45c2-97e4-91ffa96eb685" providerId="ADAL" clId="{8DC511C3-3364-45BB-9C5A-5FBC6C767E98}" dt="2026-08-13T18:54:01.887" v="4917" actId="1036"/>
        <pc:sldMkLst>
          <pc:docMk/>
          <pc:sldMk cId="3221281817" sldId="266"/>
        </pc:sldMkLst>
        <pc:spChg chg="mod">
          <ac:chgData name="Bodie, Connor" userId="83d55ef2-ddeb-45c2-97e4-91ffa96eb685" providerId="ADAL" clId="{8DC511C3-3364-45BB-9C5A-5FBC6C767E98}" dt="2026-08-07T18:34:18.376" v="4851" actId="26606"/>
          <ac:spMkLst>
            <pc:docMk/>
            <pc:sldMk cId="3221281817" sldId="266"/>
            <ac:spMk id="2" creationId="{C47A6050-9A9F-164A-3631-298ED2DB9A3E}"/>
          </ac:spMkLst>
        </pc:spChg>
        <pc:spChg chg="add mod">
          <ac:chgData name="Bodie, Connor" userId="83d55ef2-ddeb-45c2-97e4-91ffa96eb685" providerId="ADAL" clId="{8DC511C3-3364-45BB-9C5A-5FBC6C767E98}" dt="2026-08-07T18:40:25.088" v="4876" actId="20577"/>
          <ac:spMkLst>
            <pc:docMk/>
            <pc:sldMk cId="3221281817" sldId="266"/>
            <ac:spMk id="6" creationId="{BE873F19-21EF-334E-FC7A-6A0F094E8F9F}"/>
          </ac:spMkLst>
        </pc:spChg>
        <pc:spChg chg="add">
          <ac:chgData name="Bodie, Connor" userId="83d55ef2-ddeb-45c2-97e4-91ffa96eb685" providerId="ADAL" clId="{8DC511C3-3364-45BB-9C5A-5FBC6C767E98}" dt="2026-08-07T18:34:18.376" v="4851" actId="26606"/>
          <ac:spMkLst>
            <pc:docMk/>
            <pc:sldMk cId="3221281817" sldId="266"/>
            <ac:spMk id="11" creationId="{DBC6133C-0615-4CE4-9132-37E609A9BDFA}"/>
          </ac:spMkLst>
        </pc:spChg>
        <pc:spChg chg="add">
          <ac:chgData name="Bodie, Connor" userId="83d55ef2-ddeb-45c2-97e4-91ffa96eb685" providerId="ADAL" clId="{8DC511C3-3364-45BB-9C5A-5FBC6C767E98}" dt="2026-08-07T18:34:18.376" v="4851" actId="26606"/>
          <ac:spMkLst>
            <pc:docMk/>
            <pc:sldMk cId="3221281817" sldId="266"/>
            <ac:spMk id="13" creationId="{169CC832-2974-4E8D-90ED-3E2941BA7336}"/>
          </ac:spMkLst>
        </pc:spChg>
        <pc:spChg chg="add">
          <ac:chgData name="Bodie, Connor" userId="83d55ef2-ddeb-45c2-97e4-91ffa96eb685" providerId="ADAL" clId="{8DC511C3-3364-45BB-9C5A-5FBC6C767E98}" dt="2026-08-07T18:34:18.376" v="4851" actId="26606"/>
          <ac:spMkLst>
            <pc:docMk/>
            <pc:sldMk cId="3221281817" sldId="266"/>
            <ac:spMk id="15" creationId="{55222F96-971A-4F90-B841-6BAB416C7AC1}"/>
          </ac:spMkLst>
        </pc:spChg>
        <pc:spChg chg="add">
          <ac:chgData name="Bodie, Connor" userId="83d55ef2-ddeb-45c2-97e4-91ffa96eb685" providerId="ADAL" clId="{8DC511C3-3364-45BB-9C5A-5FBC6C767E98}" dt="2026-08-07T18:34:18.376" v="4851" actId="26606"/>
          <ac:spMkLst>
            <pc:docMk/>
            <pc:sldMk cId="3221281817" sldId="266"/>
            <ac:spMk id="17" creationId="{08980754-6F4B-43C9-B9BE-127B6BED6586}"/>
          </ac:spMkLst>
        </pc:spChg>
        <pc:spChg chg="add">
          <ac:chgData name="Bodie, Connor" userId="83d55ef2-ddeb-45c2-97e4-91ffa96eb685" providerId="ADAL" clId="{8DC511C3-3364-45BB-9C5A-5FBC6C767E98}" dt="2026-08-07T18:34:18.376" v="4851" actId="26606"/>
          <ac:spMkLst>
            <pc:docMk/>
            <pc:sldMk cId="3221281817" sldId="266"/>
            <ac:spMk id="19" creationId="{2C1BBA94-3F40-40AA-8BB9-E69E25E537C1}"/>
          </ac:spMkLst>
        </pc:spChg>
        <pc:picChg chg="add mod ord">
          <ac:chgData name="Bodie, Connor" userId="83d55ef2-ddeb-45c2-97e4-91ffa96eb685" providerId="ADAL" clId="{8DC511C3-3364-45BB-9C5A-5FBC6C767E98}" dt="2026-08-13T18:54:01.887" v="4917" actId="1036"/>
          <ac:picMkLst>
            <pc:docMk/>
            <pc:sldMk cId="3221281817" sldId="266"/>
            <ac:picMk id="4" creationId="{5FBEB09D-4341-D9F7-DAEE-26E45A3F03F4}"/>
          </ac:picMkLst>
        </pc:picChg>
      </pc:sldChg>
      <pc:sldChg chg="new">
        <pc:chgData name="Bodie, Connor" userId="83d55ef2-ddeb-45c2-97e4-91ffa96eb685" providerId="ADAL" clId="{8DC511C3-3364-45BB-9C5A-5FBC6C767E98}" dt="2026-08-07T15:32:01.600" v="2878" actId="680"/>
        <pc:sldMkLst>
          <pc:docMk/>
          <pc:sldMk cId="3804599596" sldId="267"/>
        </pc:sldMkLst>
      </pc:sldChg>
      <pc:sldChg chg="addSp modSp new mod setBg">
        <pc:chgData name="Bodie, Connor" userId="83d55ef2-ddeb-45c2-97e4-91ffa96eb685" providerId="ADAL" clId="{8DC511C3-3364-45BB-9C5A-5FBC6C767E98}" dt="2026-08-07T18:34:09.127" v="4850" actId="26606"/>
        <pc:sldMkLst>
          <pc:docMk/>
          <pc:sldMk cId="322683415" sldId="268"/>
        </pc:sldMkLst>
        <pc:spChg chg="mod">
          <ac:chgData name="Bodie, Connor" userId="83d55ef2-ddeb-45c2-97e4-91ffa96eb685" providerId="ADAL" clId="{8DC511C3-3364-45BB-9C5A-5FBC6C767E98}" dt="2026-08-07T18:34:09.127" v="4850" actId="26606"/>
          <ac:spMkLst>
            <pc:docMk/>
            <pc:sldMk cId="322683415" sldId="268"/>
            <ac:spMk id="2" creationId="{DAF753C2-A8EC-E9AB-6E86-F29E5114F6B7}"/>
          </ac:spMkLst>
        </pc:spChg>
        <pc:spChg chg="mod">
          <ac:chgData name="Bodie, Connor" userId="83d55ef2-ddeb-45c2-97e4-91ffa96eb685" providerId="ADAL" clId="{8DC511C3-3364-45BB-9C5A-5FBC6C767E98}" dt="2026-08-07T18:34:09.127" v="4850" actId="26606"/>
          <ac:spMkLst>
            <pc:docMk/>
            <pc:sldMk cId="322683415" sldId="268"/>
            <ac:spMk id="3" creationId="{33F55D0F-4093-997E-23B6-30BA6D69285B}"/>
          </ac:spMkLst>
        </pc:spChg>
        <pc:spChg chg="add">
          <ac:chgData name="Bodie, Connor" userId="83d55ef2-ddeb-45c2-97e4-91ffa96eb685" providerId="ADAL" clId="{8DC511C3-3364-45BB-9C5A-5FBC6C767E98}" dt="2026-08-07T18:34:09.127" v="4850" actId="26606"/>
          <ac:spMkLst>
            <pc:docMk/>
            <pc:sldMk cId="322683415" sldId="268"/>
            <ac:spMk id="8" creationId="{B6CDA21F-E7AF-4C75-8395-33F58D5B0E45}"/>
          </ac:spMkLst>
        </pc:spChg>
        <pc:spChg chg="add">
          <ac:chgData name="Bodie, Connor" userId="83d55ef2-ddeb-45c2-97e4-91ffa96eb685" providerId="ADAL" clId="{8DC511C3-3364-45BB-9C5A-5FBC6C767E98}" dt="2026-08-07T18:34:09.127" v="4850" actId="26606"/>
          <ac:spMkLst>
            <pc:docMk/>
            <pc:sldMk cId="322683415" sldId="268"/>
            <ac:spMk id="15" creationId="{D5B0017B-2ECA-49AF-B397-DC140825DF8D}"/>
          </ac:spMkLst>
        </pc:spChg>
        <pc:grpChg chg="add">
          <ac:chgData name="Bodie, Connor" userId="83d55ef2-ddeb-45c2-97e4-91ffa96eb685" providerId="ADAL" clId="{8DC511C3-3364-45BB-9C5A-5FBC6C767E98}" dt="2026-08-07T18:34:09.127" v="4850" actId="26606"/>
          <ac:grpSpMkLst>
            <pc:docMk/>
            <pc:sldMk cId="322683415" sldId="268"/>
            <ac:grpSpMk id="10" creationId="{AE1C45F0-260A-458C-96ED-C1F6D2151219}"/>
          </ac:grpSpMkLst>
        </pc:grpChg>
        <pc:cxnChg chg="add">
          <ac:chgData name="Bodie, Connor" userId="83d55ef2-ddeb-45c2-97e4-91ffa96eb685" providerId="ADAL" clId="{8DC511C3-3364-45BB-9C5A-5FBC6C767E98}" dt="2026-08-07T18:34:09.127" v="4850" actId="26606"/>
          <ac:cxnSpMkLst>
            <pc:docMk/>
            <pc:sldMk cId="322683415" sldId="268"/>
            <ac:cxnSpMk id="17" creationId="{6CF1BAF6-AD41-4082-B212-8A1F9A2E8779}"/>
          </ac:cxnSpMkLst>
        </pc:cxnChg>
      </pc:sldChg>
      <pc:sldChg chg="addSp delSp modSp new mod ord setBg">
        <pc:chgData name="Bodie, Connor" userId="83d55ef2-ddeb-45c2-97e4-91ffa96eb685" providerId="ADAL" clId="{8DC511C3-3364-45BB-9C5A-5FBC6C767E98}" dt="2026-08-07T18:26:06.636" v="4336" actId="1076"/>
        <pc:sldMkLst>
          <pc:docMk/>
          <pc:sldMk cId="767513504" sldId="269"/>
        </pc:sldMkLst>
        <pc:spChg chg="mod">
          <ac:chgData name="Bodie, Connor" userId="83d55ef2-ddeb-45c2-97e4-91ffa96eb685" providerId="ADAL" clId="{8DC511C3-3364-45BB-9C5A-5FBC6C767E98}" dt="2026-08-07T18:25:57.007" v="4333" actId="26606"/>
          <ac:spMkLst>
            <pc:docMk/>
            <pc:sldMk cId="767513504" sldId="269"/>
            <ac:spMk id="2" creationId="{FD7BBF99-7D7E-A9CE-9FF2-F9D6A49E9D28}"/>
          </ac:spMkLst>
        </pc:spChg>
        <pc:spChg chg="add">
          <ac:chgData name="Bodie, Connor" userId="83d55ef2-ddeb-45c2-97e4-91ffa96eb685" providerId="ADAL" clId="{8DC511C3-3364-45BB-9C5A-5FBC6C767E98}" dt="2026-08-07T18:25:57.007" v="4333" actId="26606"/>
          <ac:spMkLst>
            <pc:docMk/>
            <pc:sldMk cId="767513504" sldId="269"/>
            <ac:spMk id="11" creationId="{C4879EFC-8E62-4E00-973C-C45EE9EC676D}"/>
          </ac:spMkLst>
        </pc:spChg>
        <pc:spChg chg="add">
          <ac:chgData name="Bodie, Connor" userId="83d55ef2-ddeb-45c2-97e4-91ffa96eb685" providerId="ADAL" clId="{8DC511C3-3364-45BB-9C5A-5FBC6C767E98}" dt="2026-08-07T18:25:57.007" v="4333" actId="26606"/>
          <ac:spMkLst>
            <pc:docMk/>
            <pc:sldMk cId="767513504" sldId="269"/>
            <ac:spMk id="13" creationId="{D6A9C53F-5F90-40A5-8C85-5412D39C8C68}"/>
          </ac:spMkLst>
        </pc:spChg>
        <pc:picChg chg="add mod ord">
          <ac:chgData name="Bodie, Connor" userId="83d55ef2-ddeb-45c2-97e4-91ffa96eb685" providerId="ADAL" clId="{8DC511C3-3364-45BB-9C5A-5FBC6C767E98}" dt="2026-08-07T18:25:59.615" v="4334" actId="1076"/>
          <ac:picMkLst>
            <pc:docMk/>
            <pc:sldMk cId="767513504" sldId="269"/>
            <ac:picMk id="4" creationId="{6946BF41-7207-4370-ACA5-DD3EBF0B6E40}"/>
          </ac:picMkLst>
        </pc:picChg>
        <pc:picChg chg="add mod">
          <ac:chgData name="Bodie, Connor" userId="83d55ef2-ddeb-45c2-97e4-91ffa96eb685" providerId="ADAL" clId="{8DC511C3-3364-45BB-9C5A-5FBC6C767E98}" dt="2026-08-07T18:26:06.636" v="4336" actId="1076"/>
          <ac:picMkLst>
            <pc:docMk/>
            <pc:sldMk cId="767513504" sldId="269"/>
            <ac:picMk id="6" creationId="{334B1DF1-D512-999B-D708-B5A39014A58F}"/>
          </ac:picMkLst>
        </pc:pic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rosehulman-my.sharepoint.com/personal/bodiecs_rose-hulman_edu/Documents/Documents/CSHL/Phenotyping/Time_Data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Sheet1!$A$1:$A$35</cx:f>
        <cx:lvl ptCount="35" formatCode="General">
          <cx:pt idx="0">69</cx:pt>
          <cx:pt idx="1">75</cx:pt>
          <cx:pt idx="2">96</cx:pt>
          <cx:pt idx="3">106</cx:pt>
          <cx:pt idx="4">83</cx:pt>
          <cx:pt idx="5">97</cx:pt>
          <cx:pt idx="6">99</cx:pt>
          <cx:pt idx="7">121</cx:pt>
          <cx:pt idx="8">121</cx:pt>
          <cx:pt idx="9">92</cx:pt>
          <cx:pt idx="10">71</cx:pt>
          <cx:pt idx="11">74</cx:pt>
          <cx:pt idx="12">74</cx:pt>
          <cx:pt idx="13">86</cx:pt>
          <cx:pt idx="14">107</cx:pt>
          <cx:pt idx="15">87</cx:pt>
          <cx:pt idx="16">84</cx:pt>
          <cx:pt idx="17">99</cx:pt>
          <cx:pt idx="18">131</cx:pt>
          <cx:pt idx="19">100</cx:pt>
          <cx:pt idx="20">86</cx:pt>
          <cx:pt idx="21">70</cx:pt>
          <cx:pt idx="22">128</cx:pt>
          <cx:pt idx="23">110</cx:pt>
          <cx:pt idx="24">112</cx:pt>
          <cx:pt idx="25">87</cx:pt>
          <cx:pt idx="26">90</cx:pt>
          <cx:pt idx="27">85</cx:pt>
          <cx:pt idx="28">64</cx:pt>
          <cx:pt idx="29">103</cx:pt>
          <cx:pt idx="30">87</cx:pt>
          <cx:pt idx="31">81</cx:pt>
          <cx:pt idx="32">78</cx:pt>
          <cx:pt idx="33">89</cx:pt>
          <cx:pt idx="34">99</cx:pt>
        </cx:lvl>
      </cx:numDim>
    </cx:data>
  </cx:chartData>
  <cx:chart>
    <cx:title pos="t" align="ctr" overlay="0">
      <cx:tx>
        <cx:txData>
          <cx:v>Seed Distribution Times 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Seed Distribution Times </a:t>
          </a:r>
        </a:p>
      </cx:txPr>
    </cx:title>
    <cx:plotArea>
      <cx:plotAreaRegion>
        <cx:series layoutId="clusteredColumn" uniqueId="{00000000-5CD5-485D-ADA1-76BA53263DD5}">
          <cx:dataId val="0"/>
          <cx:layoutPr>
            <cx:binning intervalClosed="r">
              <cx:binSize val="10"/>
            </cx:binning>
          </cx:layoutPr>
        </cx:series>
      </cx:plotAreaRegion>
      <cx:axis id="0">
        <cx:catScaling gapWidth="0"/>
        <cx:title>
          <cx:tx>
            <cx:txData>
              <cx:v>Time (seconds)</cx:v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r>
                <a:rPr lang="en-US" sz="900" b="0" i="0" u="none" strike="noStrike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Calibri" panose="020F0502020204030204"/>
                </a:rPr>
                <a:t>Time (seconds)</a:t>
              </a:r>
            </a:p>
          </cx:txPr>
        </cx:title>
        <cx:tickLabels/>
      </cx:axis>
      <cx:axis id="1">
        <cx:valScaling/>
        <cx:title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endParaRPr lang="en-US" sz="9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alibri" panose="020F0502020204030204"/>
              </a:endParaRPr>
            </a:p>
          </cx:txPr>
        </cx:title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B0F2B-703A-8CC1-680C-BC57B8275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9A5A4-444D-B9F7-1F34-FA3EBC854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1B207-54A8-0A90-4F5A-C1494C4D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F0FD-00B7-6DAD-CBBE-DD03A8CB2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7D66C-442B-23BA-F8EC-67D0E984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22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8F43-5985-0AB2-C181-910ABE99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42F4B-73B2-ECE6-0B49-7CABF5C10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B0623-474C-2544-C10D-FF555A48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FB1ED-F5CA-C4CB-77A6-DC396E0F6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DA6E2-B405-B1D3-9FB1-DFBB209C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593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0EDBF-9471-D950-A856-83E6801D1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5E3CB-F114-AF7C-65A4-E8CED3D56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591FC-0CB7-BBD1-8E5B-A569228E6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EC30C-E802-19AB-7288-AA652799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ABF61-72C2-B54F-46A4-208D7F476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72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DEE9-C5F9-DC04-0290-220513AEC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77A30-C5A5-8244-4A05-F4C5B80743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FDD33-B84B-FBE5-A598-91D0B34F2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55671-EE38-2900-E06F-EA90E9D0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CB236-3482-BD8E-AA84-136415E6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7CD1A-9A90-192B-AD65-74A85F46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88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B204-E2DF-BFCA-340D-E20183C54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75533-C93B-BD6E-E0A9-10E2FA768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F048C-AC99-69F4-4A77-3118E3178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1E66DE-667F-B6C8-5B48-4BA7931AB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044AFE-568B-51A9-C901-CB6A772DB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8BCF83-B14B-F484-D3D4-17C8F744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5D8AEF-BF06-576A-7552-39FDA6E8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6F4745-8B72-2DFA-213B-BE8AE425E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46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6D78-BB88-C4B0-86D3-5432DD6D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844D6-4622-A4C9-4CB5-0A66A16BE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C8E80-FA7D-6522-AED3-67DAE786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E1616-B385-87CA-5612-58055D47D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71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F04075-656C-106C-6B8E-EFDDB696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B0B088-3A81-FE42-755F-EEF90AA1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9D2FA-88E7-4157-7C7E-65C9D258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64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6FAB-5A57-AFEA-C775-341026CCC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ED778-9D91-AAFB-A804-FE718427C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82283-CED7-91CF-6ADF-7D6191558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DD0C3-8A6B-C0E0-45F4-83F6EE14B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46FE3-BC41-473B-F16A-38EFD5A3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FDEE1-E658-9152-2377-D8E7EBB9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4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99C41-FBC9-2879-BAC4-AA0EF961C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ED5C3-0CCD-29ED-2078-905293E13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B4F29-C35E-91C0-E8B2-0BDCAD461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873B9-7827-728A-054D-0AC709BE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33714-A827-94BB-A3C3-FEDE1FA38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D06BA-288A-BC5E-42C9-BD106B45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8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DEFD5-EB52-54D6-396D-0E459AAF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BFF5F-862D-9DB8-B3D3-3AB825FAB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8048D-70E0-5052-998D-63227F72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9BBC2-8869-9E89-0DE8-1515D291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9F97C-10E7-6410-CFB5-59EDA81E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3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B0D6A-EE18-70A6-E17A-35F01EF6D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62309-4899-0FF9-EC2B-11F858F14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58DA9-A9FF-AFA3-5EA4-792EBC21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DF5F5-38C4-C05B-675E-AF44BAE55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A846E-46F4-A446-CC20-61A42986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1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0BB89-F26D-1C07-B313-92BFC6AB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2C4AF-AE2A-F483-C0FC-6F26BCF4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6DC88-0DED-CAF7-CA02-AB167BD65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35C4D-FF58-4299-A0D9-928ECC3522B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102F4-43E4-9CB5-FCA0-45B4EBC12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9D184-48CD-1326-CE9C-F3DA28ECA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97994-C14B-4FAF-8AA8-63439BC81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0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BB10-3AC7-0EF4-C3FA-7DA5AF2658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Phenotyping Automation Project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7B98F-4091-03D9-185C-C6E3821628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Connor Bodie</a:t>
            </a:r>
          </a:p>
        </p:txBody>
      </p:sp>
    </p:spTree>
    <p:extLst>
      <p:ext uri="{BB962C8B-B14F-4D97-AF65-F5344CB8AC3E}">
        <p14:creationId xmlns:p14="http://schemas.microsoft.com/office/powerpoint/2010/main" val="627716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02C99-28AE-B65A-913C-2AD901E37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Problem Statement and Context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1207E-97E0-BBE9-5079-3176E2418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/>
              <a:t>Part of my role for the Ware Lab this summer was collecting sorghum seed phenotype data via manual imaging</a:t>
            </a:r>
          </a:p>
          <a:p>
            <a:pPr marL="0" indent="0">
              <a:buNone/>
            </a:pPr>
            <a:r>
              <a:rPr lang="en-US" sz="2200"/>
              <a:t>The seed imaging process is time-consuming and monotonous:</a:t>
            </a:r>
          </a:p>
          <a:p>
            <a:pPr lvl="1"/>
            <a:r>
              <a:rPr lang="en-US" sz="2200"/>
              <a:t>For thousands of sorghum accessions, retrieve and dump a packet of ~100 seeds onto the imaging platform</a:t>
            </a:r>
          </a:p>
          <a:p>
            <a:pPr lvl="1"/>
            <a:r>
              <a:rPr lang="en-US" sz="2200" b="1"/>
              <a:t>Manually distribute the seeds such that none are touching</a:t>
            </a:r>
          </a:p>
          <a:p>
            <a:pPr lvl="1"/>
            <a:r>
              <a:rPr lang="en-US" sz="2200"/>
              <a:t>Take the image using an iPad with the Field Book App</a:t>
            </a:r>
          </a:p>
          <a:p>
            <a:pPr lvl="1"/>
            <a:r>
              <a:rPr lang="en-US" sz="2200"/>
              <a:t>Recollect the seeds into the packet</a:t>
            </a:r>
          </a:p>
          <a:p>
            <a:pPr lvl="1"/>
            <a:r>
              <a:rPr lang="en-US" sz="2200"/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67497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68F21-DF9B-DAC2-C8F4-5F1D3CEF8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Bottleneck Data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86707-88F2-FD88-AA81-5CB064B670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93661" y="2599509"/>
                <a:ext cx="4530898" cy="2336558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Distributing the seeds takes the most time and attention:</a:t>
                </a:r>
              </a:p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bar>
                    <m:r>
                      <a:rPr lang="en-US" sz="2000" b="0" i="1">
                        <a:latin typeface="Cambria Math" panose="02040503050406030204" pitchFamily="18" charset="0"/>
                      </a:rPr>
                      <m:t>=1:32.6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>
                        <a:latin typeface="Cambria Math" panose="02040503050406030204" pitchFamily="18" charset="0"/>
                      </a:rPr>
                      <m:t>𝑆𝐷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=16.7 </m:t>
                    </m:r>
                    <m:r>
                      <a:rPr lang="en-US" sz="2000" b="0" i="1">
                        <a:latin typeface="Cambria Math" panose="02040503050406030204" pitchFamily="18" charset="0"/>
                      </a:rPr>
                      <m:t>𝑠𝑒𝑐𝑜𝑛𝑑𝑠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486707-88F2-FD88-AA81-5CB064B670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3661" y="2599509"/>
                <a:ext cx="4530898" cy="2336558"/>
              </a:xfrm>
              <a:blipFill>
                <a:blip r:embed="rId2"/>
                <a:stretch>
                  <a:fillRect l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F2CFCD6F-AAD7-51CE-A1C8-66C811A529B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36670893"/>
                  </p:ext>
                </p:extLst>
              </p:nvPr>
            </p:nvGraphicFramePr>
            <p:xfrm>
              <a:off x="5911532" y="2484255"/>
              <a:ext cx="5150277" cy="371424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F2CFCD6F-AAD7-51CE-A1C8-66C811A529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11532" y="2484255"/>
                <a:ext cx="5150277" cy="37142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820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170CC-29AD-50D3-975C-1847834A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Automation Approach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763C5-9A02-B78E-DEB1-8F32527B5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/>
              <a:t>After discussing and experimenting with different approaches, we decided to pursue the following setup:</a:t>
            </a:r>
          </a:p>
          <a:p>
            <a:pPr lvl="1"/>
            <a:r>
              <a:rPr lang="en-US"/>
              <a:t>Poke holes into a surface (paper) at even intervals</a:t>
            </a:r>
          </a:p>
          <a:p>
            <a:pPr lvl="1"/>
            <a:r>
              <a:rPr lang="en-US"/>
              <a:t>Create a low-pressure vacuum on the underside of the surface</a:t>
            </a:r>
          </a:p>
          <a:p>
            <a:pPr lvl="1"/>
            <a:r>
              <a:rPr lang="en-US"/>
              <a:t>Somehow move the seeds around, until they find a hole and are suctioned to it and get stuck</a:t>
            </a:r>
          </a:p>
          <a:p>
            <a:pPr lvl="1"/>
            <a:r>
              <a:rPr lang="en-US"/>
              <a:t>Clear the remaining seeds off the surface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7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CF468-FF96-90F0-3AA1-95A8C3096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643467"/>
            <a:ext cx="4772975" cy="1800526"/>
          </a:xfrm>
        </p:spPr>
        <p:txBody>
          <a:bodyPr>
            <a:normAutofit/>
          </a:bodyPr>
          <a:lstStyle/>
          <a:p>
            <a:r>
              <a:rPr lang="en-US" dirty="0"/>
              <a:t>Image Processing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06FCD-6E71-74D3-8FC6-FA4B1AAD2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6824" y="2623381"/>
            <a:ext cx="4772974" cy="3553581"/>
          </a:xfrm>
        </p:spPr>
        <p:txBody>
          <a:bodyPr>
            <a:normAutofit/>
          </a:bodyPr>
          <a:lstStyle/>
          <a:p>
            <a:r>
              <a:rPr lang="en-US" sz="2000" dirty="0"/>
              <a:t>The image processing layer of the existing phenotyping workflow will read the unoccupied surface punctures as seeds</a:t>
            </a:r>
          </a:p>
          <a:p>
            <a:r>
              <a:rPr lang="en-US" sz="2000" dirty="0"/>
              <a:t>To handle this, we made an additional image processing layer, which differentiates between puncture holes and seeds based on size, and covers the holes with pixels that match the background color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A74DE7-F725-6868-B5A4-85496DAC4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459" y="3813388"/>
            <a:ext cx="3701825" cy="2545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ED27EB-F32C-D5F2-C481-B700EC4F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459" y="250975"/>
            <a:ext cx="3706824" cy="2585510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1E94B2DC-0509-391D-7354-B90BBD423C07}"/>
              </a:ext>
            </a:extLst>
          </p:cNvPr>
          <p:cNvSpPr/>
          <p:nvPr/>
        </p:nvSpPr>
        <p:spPr>
          <a:xfrm>
            <a:off x="9273004" y="2940164"/>
            <a:ext cx="702733" cy="7695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88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E6388-F40E-2047-B934-928DDED4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Vacuum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3BA4-34C2-41CC-8722-AAB4996BC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vacuum we used was a Shark-WV201</a:t>
            </a:r>
          </a:p>
          <a:p>
            <a:endParaRPr lang="en-US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877CB-7FDF-E1BF-4A55-BB6ADB4C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394" y="1012666"/>
            <a:ext cx="2305372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99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2441BD-FB86-586C-2AD0-D7AC4ABB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Tape and Cardboard (Version 0) 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137E0767-24CC-12BD-0CD0-22047E4B8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92" y="2642616"/>
            <a:ext cx="4807712" cy="360578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5461A2-8545-74F6-A7A4-F1E8FD07D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848" y="2642616"/>
            <a:ext cx="4807712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14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BBF99-7D7E-A9CE-9FF2-F9D6A49E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Version 1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4B1DF1-D512-999B-D708-B5A39014A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544" y="2726093"/>
            <a:ext cx="5614416" cy="3438830"/>
          </a:xfrm>
          <a:prstGeom prst="rect">
            <a:avLst/>
          </a:prstGeom>
        </p:spPr>
      </p:pic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6946BF41-7207-4370-ACA5-DD3EBF0B6E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040" y="2880490"/>
            <a:ext cx="5614416" cy="313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13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46F238-6BD3-73AF-08E0-6E7010E6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Version 1 Testing</a:t>
            </a:r>
          </a:p>
        </p:txBody>
      </p:sp>
      <p:sp>
        <p:nvSpPr>
          <p:cNvPr id="57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IMG_1294">
            <a:hlinkClick r:id="" action="ppaction://media"/>
            <a:extLst>
              <a:ext uri="{FF2B5EF4-FFF2-40B4-BE49-F238E27FC236}">
                <a16:creationId xmlns:a16="http://schemas.microsoft.com/office/drawing/2014/main" id="{EAC05B8A-3EC3-CA6B-6020-FDB0AB5AB3A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60042" y="1968829"/>
            <a:ext cx="2518731" cy="44777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24209C-CFD7-E057-BF86-4475DB4810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947" y="1942345"/>
            <a:ext cx="4844863" cy="20590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2B3974-F433-1349-0279-1DBE70AAA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946" y="4207702"/>
            <a:ext cx="4844863" cy="182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2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33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F753C2-A8EC-E9AB-6E86-F29E5114F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Prototype Results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55D0F-4093-997E-23B6-30BA6D692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/>
              <a:t>These initial tests showed that the concept could be successful</a:t>
            </a:r>
          </a:p>
          <a:p>
            <a:r>
              <a:rPr lang="en-US" sz="2400"/>
              <a:t>Next step was determining how we want to shuffle the seeds around </a:t>
            </a:r>
          </a:p>
          <a:p>
            <a:r>
              <a:rPr lang="en-US" sz="2400"/>
              <a:t>Vibration seemed promising but proved to be difficult to implement and tune</a:t>
            </a:r>
          </a:p>
          <a:p>
            <a:r>
              <a:rPr lang="en-US" sz="2400"/>
              <a:t>We decided to give the funnel an axis of rotation, which we can control using electronic components, and program to execute a “Jitter and dump” procedure.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83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A2D18-C5C2-86B4-DEF0-CF6F84A8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/>
              <a:t>Version 2</a:t>
            </a:r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CDC281C-7363-2493-0A7C-22B8BCEF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544" y="2196435"/>
            <a:ext cx="5614416" cy="3116000"/>
          </a:xfrm>
          <a:prstGeom prst="rect">
            <a:avLst/>
          </a:prstGeom>
        </p:spPr>
      </p:pic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65B629B8-06FF-C625-D771-4DB0C7ABB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040" y="2435520"/>
            <a:ext cx="5614416" cy="259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320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1AF37-DF5A-4D56-F6C9-36380D1FF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Electronics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10E4C-5FB9-B4B7-D494-B70EBC24BF2A}"/>
              </a:ext>
            </a:extLst>
          </p:cNvPr>
          <p:cNvSpPr txBox="1"/>
          <p:nvPr/>
        </p:nvSpPr>
        <p:spPr>
          <a:xfrm>
            <a:off x="1055715" y="2508105"/>
            <a:ext cx="5040285" cy="36324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Microcontroller: STM32 NUCLEO-F446RE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Servo: Miuzei 20Kg Digital Servo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Power Supply: COOLM 6V 3A Power Supply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Breadboard/Wires: ELGOO Electronics Kit </a:t>
            </a:r>
          </a:p>
          <a:p>
            <a:pPr marL="4572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0957D2-C58F-EA56-B572-BB285C87C5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28096" y="774285"/>
            <a:ext cx="2226261" cy="2581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601EE4-10B2-25A8-F198-F007A270E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753" y="3575074"/>
            <a:ext cx="3838948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13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A6050-9A9F-164A-3631-298ED2DB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Jitter and Dump Procedure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E873F19-21EF-334E-FC7A-6A0F094E8F9F}"/>
              </a:ext>
            </a:extLst>
          </p:cNvPr>
          <p:cNvSpPr txBox="1">
            <a:spLocks/>
          </p:cNvSpPr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The idea with the servo is that it will attach to the moving side of the funnel and control its angle</a:t>
            </a:r>
          </a:p>
          <a:p>
            <a:r>
              <a:rPr lang="en-US" sz="1800" dirty="0"/>
              <a:t>The procedure shown </a:t>
            </a:r>
            <a:r>
              <a:rPr lang="en-US" sz="1800"/>
              <a:t>will shuffle </a:t>
            </a:r>
            <a:r>
              <a:rPr lang="en-US" sz="1800" dirty="0"/>
              <a:t>the seeds back and forth, enabling many to claim a vacuum hole</a:t>
            </a:r>
          </a:p>
          <a:p>
            <a:r>
              <a:rPr lang="en-US" sz="1800" dirty="0"/>
              <a:t>Then, the funnel will dump the remaining seeds by flipping over, then come back to the original position for imaging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G_1296">
            <a:hlinkClick r:id="" action="ppaction://media"/>
            <a:extLst>
              <a:ext uri="{FF2B5EF4-FFF2-40B4-BE49-F238E27FC236}">
                <a16:creationId xmlns:a16="http://schemas.microsoft.com/office/drawing/2014/main" id="{5FBEB09D-4341-D9F7-DAEE-26E45A3F03F4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72068" y="684362"/>
            <a:ext cx="2994829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28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4D62-7A79-0021-A83E-887E5FD9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A283A-330F-7A75-E917-DD1D77DDE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99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409</Words>
  <Application>Microsoft Office PowerPoint</Application>
  <PresentationFormat>Widescreen</PresentationFormat>
  <Paragraphs>45</Paragraphs>
  <Slides>14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Office Theme</vt:lpstr>
      <vt:lpstr>Phenotyping Automation Project </vt:lpstr>
      <vt:lpstr>Problem Statement and Context</vt:lpstr>
      <vt:lpstr>Bottleneck Data </vt:lpstr>
      <vt:lpstr>Automation Approach</vt:lpstr>
      <vt:lpstr>Image Processing Issues</vt:lpstr>
      <vt:lpstr>Vacuum</vt:lpstr>
      <vt:lpstr>Tape and Cardboard (Version 0) </vt:lpstr>
      <vt:lpstr>Version 1</vt:lpstr>
      <vt:lpstr>Version 1 Testing</vt:lpstr>
      <vt:lpstr>Prototype Results Reflection</vt:lpstr>
      <vt:lpstr>Version 2</vt:lpstr>
      <vt:lpstr>Electronics</vt:lpstr>
      <vt:lpstr>Jitter and Dump Procedure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Bodie, Connor</dc:creator>
  <cp:lastModifiedBy>Bodie, Connor</cp:lastModifiedBy>
  <cp:revision>1</cp:revision>
  <dcterms:created xsi:type="dcterms:W3CDTF">2026-08-06T19:14:41Z</dcterms:created>
  <dcterms:modified xsi:type="dcterms:W3CDTF">2026-08-13T18:54:10Z</dcterms:modified>
</cp:coreProperties>
</file>